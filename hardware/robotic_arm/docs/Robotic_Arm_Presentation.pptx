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0D05-88F8-4B31-AA46-17AC34C7F8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72665-F91D-440F-9899-85BA29DB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4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(1 minute):</a:t>
            </a:r>
          </a:p>
          <a:p>
            <a:r>
              <a:t>- Start by explaining the motivation - robotic arms are everywhere but hard to control</a:t>
            </a:r>
          </a:p>
          <a:p>
            <a:r>
              <a:t>- Voice control democratizes robotics</a:t>
            </a:r>
          </a:p>
          <a:p>
            <a:r>
              <a:t>- Mention the key technologies: LLM for speech-to-text, IK for math, Arduino for hardware</a:t>
            </a:r>
          </a:p>
          <a:p>
            <a:r>
              <a:t>- This project bridges the gap between human intent and robot motion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(1 minute):</a:t>
            </a:r>
          </a:p>
          <a:p>
            <a:r>
              <a:t>- Walk through the hardware: 5-DOF means 5 degrees of freedom (base rotation, shoulder, elbow, wrist, gripper)</a:t>
            </a:r>
          </a:p>
          <a:p>
            <a:r>
              <a:t>- Arduino Nano is the brain - processes commands and controls servos</a:t>
            </a:r>
          </a:p>
          <a:p>
            <a:r>
              <a:t>- Bluetooth allows wireless control from phone/computer</a:t>
            </a:r>
          </a:p>
          <a:p>
            <a:r>
              <a:t>- Software side: PlatformIO for development, custom IK solver, dual command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(1.5 minutes):</a:t>
            </a:r>
          </a:p>
          <a:p>
            <a:r>
              <a:t>- DH parameters are standard way to describe robot arm geometry</a:t>
            </a:r>
          </a:p>
          <a:p>
            <a:r>
              <a:t>- L0, L1, L2 are the physical link lengths measured from the arm</a:t>
            </a:r>
          </a:p>
          <a:p>
            <a:r>
              <a:t>- We use a 2R planar model - simplifies 3D problem to 2D (ignoring base rotation)</a:t>
            </a:r>
          </a:p>
          <a:p>
            <a:r>
              <a:t>- Law of Cosines: cos(θ) = (a² + b² - c²) / 2ab</a:t>
            </a:r>
          </a:p>
          <a:p>
            <a:r>
              <a:t>- Key insight: IK calculates LOGICAL angles, but servos need PHYSICAL angles</a:t>
            </a:r>
          </a:p>
          <a:p>
            <a:r>
              <a:t>- Calibration was crucial - each servo has an offset due to mounting position</a:t>
            </a:r>
          </a:p>
          <a:p>
            <a:r>
              <a:t>- Example: When IK says 90°, we write 125° to shoulder servo to get actual 90°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(30 seconds):</a:t>
            </a:r>
          </a:p>
          <a:p>
            <a:r>
              <a:t>- This table shows the standard DH parameters</a:t>
            </a:r>
          </a:p>
          <a:p>
            <a:r>
              <a:t>- θ is the joint angle (what we control)</a:t>
            </a:r>
          </a:p>
          <a:p>
            <a:r>
              <a:t>- d is the offset along the z-axis</a:t>
            </a:r>
          </a:p>
          <a:p>
            <a:r>
              <a:t>- a is the link length</a:t>
            </a:r>
          </a:p>
          <a:p>
            <a:r>
              <a:t>- α is the twist angle between joints</a:t>
            </a:r>
          </a:p>
          <a:p>
            <a:r>
              <a:t>- For our 2R planar IK, we mainly use L1 and L2 for the shoulder-elbow calculation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(1 minute):</a:t>
            </a:r>
          </a:p>
          <a:p>
            <a:r>
              <a:t>- The IK engine works! Given a Y,Z position, it calculates the exact servo angles needed</a:t>
            </a:r>
          </a:p>
          <a:p>
            <a:r>
              <a:t>- We have workspace limits to prevent the arm from trying impossible positions</a:t>
            </a:r>
          </a:p>
          <a:p>
            <a:r>
              <a:t>- Two ways to control: direct serial commands for testing, Bluetooth for wireless</a:t>
            </a:r>
          </a:p>
          <a:p>
            <a:r>
              <a:t>- Calibration was a major achievement - each servo had unique offset requirements</a:t>
            </a:r>
          </a:p>
          <a:p>
            <a:r>
              <a:t>- The acid test: move forward 5cm, then back 5cm - arm returns to EXACT same spot</a:t>
            </a:r>
          </a:p>
          <a:p>
            <a:r>
              <a:t>- This proves the IK math is working correctly with the calibrated offsets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(1 minute):</a:t>
            </a:r>
          </a:p>
          <a:p>
            <a:r>
              <a:t>- Biggest challenge: figuring out servo offsets. IK calculates 90°, but servo needs 125° to actually be at 90° position</a:t>
            </a:r>
          </a:p>
          <a:p>
            <a:r>
              <a:t>- Had to physically test each servo to find correct pin mappings</a:t>
            </a:r>
          </a:p>
          <a:p>
            <a:r>
              <a:t>- Power issues - 5 servos draw significant current, needed external supply</a:t>
            </a:r>
          </a:p>
          <a:p>
            <a:r>
              <a:t>- Current limitations: we're doing open-loop control - no position feedback</a:t>
            </a:r>
          </a:p>
          <a:p>
            <a:r>
              <a:t>- Voice control is the next big integration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(1 minute):</a:t>
            </a:r>
          </a:p>
          <a:p>
            <a:r>
              <a:t>- The exciting next step is voice control - imagine just telling the robot what to do</a:t>
            </a:r>
          </a:p>
          <a:p>
            <a:r>
              <a:t>- LLM can parse natural language: "move forward a bit" → F5 command</a:t>
            </a:r>
          </a:p>
          <a:p>
            <a:r>
              <a:t>- Hardware upgrades: feedback sensors would enable closed-loop control for higher accuracy</a:t>
            </a:r>
          </a:p>
          <a:p>
            <a:r>
              <a:t>- Full 3D IK would include wrist orientation for more complex tasks</a:t>
            </a:r>
          </a:p>
          <a:p>
            <a:r>
              <a:t>- Real-world applications: help people with disabilities, or teach robotics to students</a:t>
            </a:r>
          </a:p>
          <a:p>
            <a:r>
              <a:t>- The foundation is solid - now we build on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LLM Transcribed Voice Controlled</a:t>
            </a:r>
            <a:br>
              <a:rPr dirty="0"/>
            </a:br>
            <a:r>
              <a:rPr dirty="0"/>
              <a:t>Robotic 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By Justin Mascarenhas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6600"/>
                </a:solidFill>
              </a:defRPr>
            </a:pPr>
            <a:r>
              <a:t>EEEE685 -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Robotic arms are fundamental in automation and manufacturing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Traditional control methods require specialized knowledge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Voice control makes robotics accessible to everyone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This project combines: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Speech recognition using LLM transcription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Inverse Kinematics for precise positioning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Arduino-based servo control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Bluetooth wireless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Hardware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</a:t>
            </a:r>
            <a:r>
              <a:rPr lang="en-US" dirty="0"/>
              <a:t>3</a:t>
            </a:r>
            <a:r>
              <a:rPr dirty="0"/>
              <a:t>-DOF Robotic Arm (ACEBOTT</a:t>
            </a:r>
            <a:r>
              <a:rPr lang="en-US" dirty="0"/>
              <a:t> QD007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Arduino Nano (ATmega328P)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5× SG90 Servo Motors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HC-05 Bluetooth Module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External 5V Power Supply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Software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</a:t>
            </a:r>
            <a:r>
              <a:rPr dirty="0" err="1"/>
              <a:t>PlatformIO</a:t>
            </a:r>
            <a:r>
              <a:rPr dirty="0"/>
              <a:t> / Arduino Framework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Custom Inverse Kinematics Engine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Serial &amp; Bluetooth Command Parser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LLM Speech-to-Text Integration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Smooth Motion Interpolation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604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Implementation : </a:t>
            </a:r>
            <a:r>
              <a:rPr dirty="0"/>
              <a:t>Inverse Kinematics &amp; DH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Denavit-Hartenberg (DH) Parameters define arm geometry: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L0 = 7.2 cm (Base height to shoulder pivot)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L1 = 7.5 cm (Upper arm: shoulder to elbow)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L2 = 17.5 cm (Forearm: elbow to end effector)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2R Planar Arm Model (Y-Z plane):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Uses Law of Cosines for elbow angle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Calculates shoulder angle from target position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Servo Offset Calibration: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Shoulder: IK 90° → Servo 125° (+35° offset)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Elbow: IK 90° → Servo 75° (-15° offset)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 • Base: Command 90° → Servo 135° (+45° offset)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01846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Implementation: </a:t>
            </a:r>
            <a:r>
              <a:rPr dirty="0"/>
              <a:t>DH Parameter Table &amp; Servo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Joint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θ (angle)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 (offset)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 (length)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α (twist)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θ₁ (variable)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L0 = 7.2cm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90°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Shoulder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θ₂ (variable)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L1 = 7.5cm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Elbow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θ₃ (variable)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L2 = 17.5cm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Wrist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θ₄ (variable)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Gripper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θ₅ (variable)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rPr dirty="0"/>
              <a:t>• Complete IK Implementation: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  • Accurate position control using law of cosines</a:t>
            </a:r>
            <a:r>
              <a:rPr lang="en-US" dirty="0"/>
              <a:t> with 1cm accuracy</a:t>
            </a:r>
            <a:endParaRPr dirty="0"/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  • Workspace boundary checking (5-</a:t>
            </a:r>
            <a:r>
              <a:rPr lang="en-US" dirty="0"/>
              <a:t>30</a:t>
            </a:r>
            <a:r>
              <a:rPr dirty="0"/>
              <a:t>cm Y, 5-</a:t>
            </a:r>
            <a:r>
              <a:rPr lang="en-US" dirty="0"/>
              <a:t>25</a:t>
            </a:r>
            <a:r>
              <a:rPr dirty="0"/>
              <a:t>cm Z)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  • Smooth motion interpolation (30 steps per move)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rPr dirty="0"/>
              <a:t>• Dual Command Interface: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  • Serial commands: F10, B5, U3, D2, G15,20, H, P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  • Bluetooth commands: move:forward:10, position:15,20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rPr dirty="0"/>
              <a:t>• Precise Servo Calibration: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  • Pin mapping verified for all 5 servos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  • Offset calibration for accurate positioning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rPr dirty="0"/>
              <a:t>• Consistent Positioning: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  • F5 + B5 returns to exact same 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&amp; Issues Encountered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Technical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Servo offset calibration required physical testing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IK angles vs physical servo angles mismatch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</a:t>
            </a:r>
            <a:r>
              <a:rPr dirty="0" err="1"/>
              <a:t>SoftwareSerial</a:t>
            </a:r>
            <a:r>
              <a:rPr dirty="0"/>
              <a:t> conflicts with PWM pins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Power supply stability for 5 servos</a:t>
            </a:r>
            <a:endParaRPr lang="en-US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</a:defRPr>
            </a:pPr>
            <a:r>
              <a:rPr lang="en-US" dirty="0"/>
              <a:t>The Arm and </a:t>
            </a:r>
            <a:r>
              <a:rPr lang="en-US"/>
              <a:t>servos have </a:t>
            </a:r>
            <a:r>
              <a:rPr lang="en-US" dirty="0"/>
              <a:t>assembly errors which accumulate overtime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Voice control integration in progress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No feedback sensors (open-loop control)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Limited to 2D planar movements</a:t>
            </a:r>
            <a:r>
              <a:rPr lang="en-US" dirty="0"/>
              <a:t> with rotation      	freedom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Wrist orientation not included in IK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Bluetooth range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rPr sz="1400" dirty="0"/>
              <a:t>• Voice Control Integration: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• Connect</a:t>
            </a:r>
            <a:r>
              <a:rPr lang="en-US" sz="1400" dirty="0"/>
              <a:t> local</a:t>
            </a:r>
            <a:r>
              <a:rPr sz="1400" dirty="0"/>
              <a:t> LLM service </a:t>
            </a:r>
            <a:endParaRPr lang="en-US" sz="1400" dirty="0"/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</a:defRPr>
            </a:pPr>
            <a:r>
              <a:rPr lang="en-US" sz="1400" dirty="0"/>
              <a:t>Add </a:t>
            </a:r>
            <a:r>
              <a:rPr lang="en-US" sz="1400"/>
              <a:t>perception stack</a:t>
            </a:r>
            <a:endParaRPr lang="en-US" sz="1400" dirty="0"/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• Example: "Pick up the red block and place it on the left"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rPr sz="1400" dirty="0"/>
              <a:t>• Hardware Improvements: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    • Add position feedback sensors (encoders/potentiometers)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    • Implement closed-loop control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    • Upgrade to higher torque servos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rPr sz="1400" dirty="0"/>
              <a:t>• Software Enhancements: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    • Full 3D workspace with wrist orientation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    • Path planning and obstacle avoidance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    • Mobile app for intuitive control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rPr sz="1400" dirty="0"/>
              <a:t>• Applications: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sz="1400" dirty="0"/>
              <a:t>    • Educational robotics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6600"/>
                </a:solidFill>
              </a:defRPr>
            </a:pPr>
            <a:r>
              <a:t>EEEE685 -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1214</Words>
  <Application>Microsoft Office PowerPoint</Application>
  <PresentationFormat>Widescreen</PresentationFormat>
  <Paragraphs>157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Mascarenhas</cp:lastModifiedBy>
  <cp:revision>6</cp:revision>
  <dcterms:created xsi:type="dcterms:W3CDTF">2013-01-27T09:14:16Z</dcterms:created>
  <dcterms:modified xsi:type="dcterms:W3CDTF">2025-12-16T15:12:35Z</dcterms:modified>
  <cp:category/>
</cp:coreProperties>
</file>